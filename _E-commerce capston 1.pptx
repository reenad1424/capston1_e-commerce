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Poppins Light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jpe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jpe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jpe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jpe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jpe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305380" y="6786261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7"/>
                </a:lnTo>
                <a:lnTo>
                  <a:pt x="0" y="98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53698" y="912596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3905602" y="0"/>
                </a:moveTo>
                <a:lnTo>
                  <a:pt x="0" y="0"/>
                </a:lnTo>
                <a:lnTo>
                  <a:pt x="0" y="3905602"/>
                </a:lnTo>
                <a:lnTo>
                  <a:pt x="3905602" y="3905602"/>
                </a:lnTo>
                <a:lnTo>
                  <a:pt x="39056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2088199" y="-2009082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0" y="3905602"/>
                </a:moveTo>
                <a:lnTo>
                  <a:pt x="3905601" y="3905602"/>
                </a:lnTo>
                <a:lnTo>
                  <a:pt x="3905601" y="0"/>
                </a:lnTo>
                <a:lnTo>
                  <a:pt x="0" y="0"/>
                </a:lnTo>
                <a:lnTo>
                  <a:pt x="0" y="3905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4305380" y="8765371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8"/>
                </a:lnTo>
                <a:lnTo>
                  <a:pt x="0" y="98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8717" y="676758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2"/>
                </a:lnTo>
                <a:lnTo>
                  <a:pt x="0" y="332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1560">
            <a:off x="185470" y="925830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50332">
            <a:off x="9645278" y="231868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01560">
            <a:off x="14188868" y="8028127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89715">
            <a:off x="7897305" y="8261922"/>
            <a:ext cx="678752" cy="818670"/>
          </a:xfrm>
          <a:custGeom>
            <a:avLst/>
            <a:gdLst/>
            <a:ahLst/>
            <a:cxnLst/>
            <a:rect r="r" b="b" t="t" l="l"/>
            <a:pathLst>
              <a:path h="818670" w="678752">
                <a:moveTo>
                  <a:pt x="0" y="0"/>
                </a:moveTo>
                <a:lnTo>
                  <a:pt x="678752" y="0"/>
                </a:lnTo>
                <a:lnTo>
                  <a:pt x="678752" y="818670"/>
                </a:lnTo>
                <a:lnTo>
                  <a:pt x="0" y="8186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279228">
            <a:off x="5038219" y="1122199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9"/>
                </a:lnTo>
                <a:lnTo>
                  <a:pt x="0" y="788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418411" y="5086350"/>
            <a:ext cx="7544131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706992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 Amazon Clone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060904"/>
            <a:ext cx="754413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91A94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 1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684250">
            <a:off x="1691173" y="3846935"/>
            <a:ext cx="3907854" cy="3239966"/>
          </a:xfrm>
          <a:custGeom>
            <a:avLst/>
            <a:gdLst/>
            <a:ahLst/>
            <a:cxnLst/>
            <a:rect r="r" b="b" t="t" l="l"/>
            <a:pathLst>
              <a:path h="3239966" w="3907854">
                <a:moveTo>
                  <a:pt x="0" y="0"/>
                </a:moveTo>
                <a:lnTo>
                  <a:pt x="3907854" y="0"/>
                </a:lnTo>
                <a:lnTo>
                  <a:pt x="3907854" y="3239967"/>
                </a:lnTo>
                <a:lnTo>
                  <a:pt x="0" y="3239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60950" y="3102846"/>
            <a:ext cx="43143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Sorted Product By Price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97860" y="7812481"/>
            <a:ext cx="431431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Products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579584" y="545329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8"/>
                </a:lnTo>
                <a:lnTo>
                  <a:pt x="0" y="98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13479" y="545329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8"/>
                </a:lnTo>
                <a:lnTo>
                  <a:pt x="0" y="98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21262" y="545329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0" y="0"/>
                </a:moveTo>
                <a:lnTo>
                  <a:pt x="3905602" y="0"/>
                </a:lnTo>
                <a:lnTo>
                  <a:pt x="3905602" y="3905602"/>
                </a:lnTo>
                <a:lnTo>
                  <a:pt x="0" y="3905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312632" y="8426270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7"/>
                </a:lnTo>
                <a:lnTo>
                  <a:pt x="0" y="98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7791992" y="2552606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3905602" y="3905601"/>
                </a:moveTo>
                <a:lnTo>
                  <a:pt x="0" y="3905601"/>
                </a:lnTo>
                <a:lnTo>
                  <a:pt x="0" y="0"/>
                </a:lnTo>
                <a:lnTo>
                  <a:pt x="3905602" y="0"/>
                </a:lnTo>
                <a:lnTo>
                  <a:pt x="3905602" y="39056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5431" y="5472350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0" y="0"/>
                </a:moveTo>
                <a:lnTo>
                  <a:pt x="3905602" y="0"/>
                </a:lnTo>
                <a:lnTo>
                  <a:pt x="3905602" y="3905602"/>
                </a:lnTo>
                <a:lnTo>
                  <a:pt x="0" y="3905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4065" y="2738842"/>
            <a:ext cx="557939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 EndP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oints </a:t>
            </a:r>
          </a:p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60950" y="5228407"/>
            <a:ext cx="43143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Coupon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9792" y="7831531"/>
            <a:ext cx="43143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Low Stock Products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009911" y="7686932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49" y="0"/>
                </a:lnTo>
                <a:lnTo>
                  <a:pt x="445049" y="717822"/>
                </a:lnTo>
                <a:lnTo>
                  <a:pt x="0" y="717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44982" y="2811595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49" y="0"/>
                </a:lnTo>
                <a:lnTo>
                  <a:pt x="445049" y="717822"/>
                </a:lnTo>
                <a:lnTo>
                  <a:pt x="0" y="717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44982" y="5247457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49" y="0"/>
                </a:lnTo>
                <a:lnTo>
                  <a:pt x="445049" y="717822"/>
                </a:lnTo>
                <a:lnTo>
                  <a:pt x="0" y="717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42352" y="7648832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50" y="0"/>
                </a:lnTo>
                <a:lnTo>
                  <a:pt x="445050" y="717822"/>
                </a:lnTo>
                <a:lnTo>
                  <a:pt x="0" y="717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01560">
            <a:off x="185470" y="925830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250332">
            <a:off x="7828957" y="1925944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01560">
            <a:off x="17150315" y="925830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989715">
            <a:off x="11358218" y="8731541"/>
            <a:ext cx="678752" cy="818670"/>
          </a:xfrm>
          <a:custGeom>
            <a:avLst/>
            <a:gdLst/>
            <a:ahLst/>
            <a:cxnLst/>
            <a:rect r="r" b="b" t="t" l="l"/>
            <a:pathLst>
              <a:path h="818670" w="678752">
                <a:moveTo>
                  <a:pt x="0" y="0"/>
                </a:moveTo>
                <a:lnTo>
                  <a:pt x="678752" y="0"/>
                </a:lnTo>
                <a:lnTo>
                  <a:pt x="678752" y="818670"/>
                </a:lnTo>
                <a:lnTo>
                  <a:pt x="0" y="8186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19172" y="5472350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7"/>
                </a:lnTo>
                <a:lnTo>
                  <a:pt x="0" y="98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737264" y="7513759"/>
            <a:ext cx="841416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Transfer Product Amounts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944982" y="7532809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49" y="0"/>
                </a:lnTo>
                <a:lnTo>
                  <a:pt x="445049" y="717822"/>
                </a:lnTo>
                <a:lnTo>
                  <a:pt x="0" y="717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563" y="6501648"/>
            <a:ext cx="6079604" cy="3307737"/>
            <a:chOff x="0" y="0"/>
            <a:chExt cx="1601213" cy="87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1213" cy="871174"/>
            </a:xfrm>
            <a:custGeom>
              <a:avLst/>
              <a:gdLst/>
              <a:ahLst/>
              <a:cxnLst/>
              <a:rect r="r" b="b" t="t" l="l"/>
              <a:pathLst>
                <a:path h="871174" w="1601213">
                  <a:moveTo>
                    <a:pt x="43296" y="0"/>
                  </a:moveTo>
                  <a:lnTo>
                    <a:pt x="1557916" y="0"/>
                  </a:lnTo>
                  <a:cubicBezTo>
                    <a:pt x="1581828" y="0"/>
                    <a:pt x="1601213" y="19384"/>
                    <a:pt x="1601213" y="43296"/>
                  </a:cubicBezTo>
                  <a:lnTo>
                    <a:pt x="1601213" y="827877"/>
                  </a:lnTo>
                  <a:cubicBezTo>
                    <a:pt x="1601213" y="851789"/>
                    <a:pt x="1581828" y="871174"/>
                    <a:pt x="1557916" y="871174"/>
                  </a:cubicBezTo>
                  <a:lnTo>
                    <a:pt x="43296" y="871174"/>
                  </a:lnTo>
                  <a:cubicBezTo>
                    <a:pt x="19384" y="871174"/>
                    <a:pt x="0" y="851789"/>
                    <a:pt x="0" y="827877"/>
                  </a:cubicBezTo>
                  <a:lnTo>
                    <a:pt x="0" y="43296"/>
                  </a:lnTo>
                  <a:cubicBezTo>
                    <a:pt x="0" y="19384"/>
                    <a:pt x="19384" y="0"/>
                    <a:pt x="43296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01213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2537" y="734790"/>
            <a:ext cx="3109062" cy="3307737"/>
            <a:chOff x="0" y="0"/>
            <a:chExt cx="818848" cy="87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8848" cy="871174"/>
            </a:xfrm>
            <a:custGeom>
              <a:avLst/>
              <a:gdLst/>
              <a:ahLst/>
              <a:cxnLst/>
              <a:rect r="r" b="b" t="t" l="l"/>
              <a:pathLst>
                <a:path h="871174" w="818848">
                  <a:moveTo>
                    <a:pt x="84664" y="0"/>
                  </a:moveTo>
                  <a:lnTo>
                    <a:pt x="734184" y="0"/>
                  </a:lnTo>
                  <a:cubicBezTo>
                    <a:pt x="780942" y="0"/>
                    <a:pt x="818848" y="37905"/>
                    <a:pt x="818848" y="84664"/>
                  </a:cubicBezTo>
                  <a:lnTo>
                    <a:pt x="818848" y="786510"/>
                  </a:lnTo>
                  <a:cubicBezTo>
                    <a:pt x="818848" y="833268"/>
                    <a:pt x="780942" y="871174"/>
                    <a:pt x="734184" y="871174"/>
                  </a:cubicBezTo>
                  <a:lnTo>
                    <a:pt x="84664" y="871174"/>
                  </a:lnTo>
                  <a:cubicBezTo>
                    <a:pt x="37905" y="871174"/>
                    <a:pt x="0" y="833268"/>
                    <a:pt x="0" y="786510"/>
                  </a:cubicBezTo>
                  <a:lnTo>
                    <a:pt x="0" y="84664"/>
                  </a:lnTo>
                  <a:cubicBezTo>
                    <a:pt x="0" y="37905"/>
                    <a:pt x="37905" y="0"/>
                    <a:pt x="84664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8848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8069" y="6495429"/>
            <a:ext cx="6451696" cy="3307737"/>
            <a:chOff x="0" y="0"/>
            <a:chExt cx="1699212" cy="871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9212" cy="871174"/>
            </a:xfrm>
            <a:custGeom>
              <a:avLst/>
              <a:gdLst/>
              <a:ahLst/>
              <a:cxnLst/>
              <a:rect r="r" b="b" t="t" l="l"/>
              <a:pathLst>
                <a:path h="871174" w="1699212">
                  <a:moveTo>
                    <a:pt x="40799" y="0"/>
                  </a:moveTo>
                  <a:lnTo>
                    <a:pt x="1658413" y="0"/>
                  </a:lnTo>
                  <a:cubicBezTo>
                    <a:pt x="1680945" y="0"/>
                    <a:pt x="1699212" y="18267"/>
                    <a:pt x="1699212" y="40799"/>
                  </a:cubicBezTo>
                  <a:lnTo>
                    <a:pt x="1699212" y="830374"/>
                  </a:lnTo>
                  <a:cubicBezTo>
                    <a:pt x="1699212" y="852907"/>
                    <a:pt x="1680945" y="871174"/>
                    <a:pt x="1658413" y="871174"/>
                  </a:cubicBezTo>
                  <a:lnTo>
                    <a:pt x="40799" y="871174"/>
                  </a:lnTo>
                  <a:cubicBezTo>
                    <a:pt x="29979" y="871174"/>
                    <a:pt x="19601" y="866875"/>
                    <a:pt x="11950" y="859224"/>
                  </a:cubicBezTo>
                  <a:cubicBezTo>
                    <a:pt x="4298" y="851572"/>
                    <a:pt x="0" y="841195"/>
                    <a:pt x="0" y="830374"/>
                  </a:cubicBezTo>
                  <a:lnTo>
                    <a:pt x="0" y="40799"/>
                  </a:lnTo>
                  <a:cubicBezTo>
                    <a:pt x="0" y="29979"/>
                    <a:pt x="4298" y="19601"/>
                    <a:pt x="11950" y="11950"/>
                  </a:cubicBezTo>
                  <a:cubicBezTo>
                    <a:pt x="19601" y="4298"/>
                    <a:pt x="29979" y="0"/>
                    <a:pt x="40799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99212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07202" y="1861302"/>
            <a:ext cx="5579398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eturn Products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User Model</a:t>
            </a:r>
          </a:p>
          <a:p>
            <a:pPr algn="ctr">
              <a:lnSpc>
                <a:spcPts val="5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01400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46977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0455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4102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7116607" y="8730292"/>
            <a:ext cx="4054787" cy="812161"/>
          </a:xfrm>
          <a:custGeom>
            <a:avLst/>
            <a:gdLst/>
            <a:ahLst/>
            <a:cxnLst/>
            <a:rect r="r" b="b" t="t" l="l"/>
            <a:pathLst>
              <a:path h="812161" w="4054787">
                <a:moveTo>
                  <a:pt x="0" y="0"/>
                </a:moveTo>
                <a:lnTo>
                  <a:pt x="4054786" y="0"/>
                </a:lnTo>
                <a:lnTo>
                  <a:pt x="4054786" y="812160"/>
                </a:lnTo>
                <a:lnTo>
                  <a:pt x="0" y="812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097885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3"/>
                </a:lnTo>
                <a:lnTo>
                  <a:pt x="0" y="33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01560">
            <a:off x="147868" y="742838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250332">
            <a:off x="16605636" y="1738623"/>
            <a:ext cx="868487" cy="1047518"/>
          </a:xfrm>
          <a:custGeom>
            <a:avLst/>
            <a:gdLst/>
            <a:ahLst/>
            <a:cxnLst/>
            <a:rect r="r" b="b" t="t" l="l"/>
            <a:pathLst>
              <a:path h="1047518" w="868487">
                <a:moveTo>
                  <a:pt x="0" y="0"/>
                </a:moveTo>
                <a:lnTo>
                  <a:pt x="868487" y="0"/>
                </a:lnTo>
                <a:lnTo>
                  <a:pt x="868487" y="1047518"/>
                </a:lnTo>
                <a:lnTo>
                  <a:pt x="0" y="1047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01560">
            <a:off x="16598254" y="8091113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279228">
            <a:off x="7260108" y="619705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8"/>
                </a:lnTo>
                <a:lnTo>
                  <a:pt x="0" y="78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36993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932814" y="501976"/>
            <a:ext cx="4063297" cy="3778676"/>
            <a:chOff x="0" y="0"/>
            <a:chExt cx="1070169" cy="995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169" cy="995207"/>
            </a:xfrm>
            <a:custGeom>
              <a:avLst/>
              <a:gdLst/>
              <a:ahLst/>
              <a:cxnLst/>
              <a:rect r="r" b="b" t="t" l="l"/>
              <a:pathLst>
                <a:path h="995207" w="1070169">
                  <a:moveTo>
                    <a:pt x="64781" y="0"/>
                  </a:moveTo>
                  <a:lnTo>
                    <a:pt x="1005388" y="0"/>
                  </a:lnTo>
                  <a:cubicBezTo>
                    <a:pt x="1022569" y="0"/>
                    <a:pt x="1039046" y="6825"/>
                    <a:pt x="1051195" y="18974"/>
                  </a:cubicBezTo>
                  <a:cubicBezTo>
                    <a:pt x="1063344" y="31123"/>
                    <a:pt x="1070169" y="47600"/>
                    <a:pt x="1070169" y="64781"/>
                  </a:cubicBezTo>
                  <a:lnTo>
                    <a:pt x="1070169" y="930426"/>
                  </a:lnTo>
                  <a:cubicBezTo>
                    <a:pt x="1070169" y="966203"/>
                    <a:pt x="1041165" y="995207"/>
                    <a:pt x="1005388" y="995207"/>
                  </a:cubicBezTo>
                  <a:lnTo>
                    <a:pt x="64781" y="995207"/>
                  </a:lnTo>
                  <a:cubicBezTo>
                    <a:pt x="47600" y="995207"/>
                    <a:pt x="31123" y="988382"/>
                    <a:pt x="18974" y="976233"/>
                  </a:cubicBezTo>
                  <a:cubicBezTo>
                    <a:pt x="6825" y="964084"/>
                    <a:pt x="0" y="947607"/>
                    <a:pt x="0" y="930426"/>
                  </a:cubicBezTo>
                  <a:lnTo>
                    <a:pt x="0" y="64781"/>
                  </a:lnTo>
                  <a:cubicBezTo>
                    <a:pt x="0" y="47600"/>
                    <a:pt x="6825" y="31123"/>
                    <a:pt x="18974" y="18974"/>
                  </a:cubicBezTo>
                  <a:cubicBezTo>
                    <a:pt x="31123" y="6825"/>
                    <a:pt x="47600" y="0"/>
                    <a:pt x="64781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0169" cy="1014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732855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397197" y="1193218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 Need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41023" y="4920545"/>
            <a:ext cx="30844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True scenarios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0997" y="7164948"/>
            <a:ext cx="5135603" cy="197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1 </a:t>
            </a:r>
            <a:r>
              <a:rPr lang="en-US" sz="22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“Successfull returned”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If </a:t>
            </a: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we find:</a:t>
            </a:r>
          </a:p>
          <a:p>
            <a:pPr algn="ctr">
              <a:lnSpc>
                <a:spcPts val="3779"/>
              </a:lnSpc>
            </a:pPr>
            <a:r>
              <a:rPr lang="en-US" sz="2099">
                <a:solidFill>
                  <a:srgbClr val="47359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id , product id ,merchant stock , total Spent execeed Price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5951" y="4906257"/>
            <a:ext cx="33785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False scenarios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400" y="6840890"/>
            <a:ext cx="2637907" cy="296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-1</a:t>
            </a:r>
          </a:p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User not found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-2</a:t>
            </a:r>
          </a:p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Product not found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397197" y="1764510"/>
            <a:ext cx="3084401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User Id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Product Id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Merchant Id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Product Service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Merchant Stock Service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68695" y="680809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31056" y="1385052"/>
            <a:ext cx="3866813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The user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the product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check if the produvt in purches list or not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Check the price &gt; user spent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merchant Stock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Data Update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(Refund Palance +Deduct total spent +increase Stocke count)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32855" y="6454471"/>
            <a:ext cx="3920241" cy="353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-3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amount exceed</a:t>
            </a: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s total spent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-4</a:t>
            </a:r>
          </a:p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0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rchant stock record not found</a:t>
            </a:r>
          </a:p>
          <a:p>
            <a:pPr algn="l">
              <a:lnSpc>
                <a:spcPts val="41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563" y="6501648"/>
            <a:ext cx="6079604" cy="3307737"/>
            <a:chOff x="0" y="0"/>
            <a:chExt cx="1601213" cy="87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1213" cy="871174"/>
            </a:xfrm>
            <a:custGeom>
              <a:avLst/>
              <a:gdLst/>
              <a:ahLst/>
              <a:cxnLst/>
              <a:rect r="r" b="b" t="t" l="l"/>
              <a:pathLst>
                <a:path h="871174" w="1601213">
                  <a:moveTo>
                    <a:pt x="43296" y="0"/>
                  </a:moveTo>
                  <a:lnTo>
                    <a:pt x="1557916" y="0"/>
                  </a:lnTo>
                  <a:cubicBezTo>
                    <a:pt x="1581828" y="0"/>
                    <a:pt x="1601213" y="19384"/>
                    <a:pt x="1601213" y="43296"/>
                  </a:cubicBezTo>
                  <a:lnTo>
                    <a:pt x="1601213" y="827877"/>
                  </a:lnTo>
                  <a:cubicBezTo>
                    <a:pt x="1601213" y="851789"/>
                    <a:pt x="1581828" y="871174"/>
                    <a:pt x="1557916" y="871174"/>
                  </a:cubicBezTo>
                  <a:lnTo>
                    <a:pt x="43296" y="871174"/>
                  </a:lnTo>
                  <a:cubicBezTo>
                    <a:pt x="19384" y="871174"/>
                    <a:pt x="0" y="851789"/>
                    <a:pt x="0" y="827877"/>
                  </a:cubicBezTo>
                  <a:lnTo>
                    <a:pt x="0" y="43296"/>
                  </a:lnTo>
                  <a:cubicBezTo>
                    <a:pt x="0" y="19384"/>
                    <a:pt x="19384" y="0"/>
                    <a:pt x="43296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01213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2537" y="734790"/>
            <a:ext cx="3109062" cy="3307737"/>
            <a:chOff x="0" y="0"/>
            <a:chExt cx="818848" cy="87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8848" cy="871174"/>
            </a:xfrm>
            <a:custGeom>
              <a:avLst/>
              <a:gdLst/>
              <a:ahLst/>
              <a:cxnLst/>
              <a:rect r="r" b="b" t="t" l="l"/>
              <a:pathLst>
                <a:path h="871174" w="818848">
                  <a:moveTo>
                    <a:pt x="84664" y="0"/>
                  </a:moveTo>
                  <a:lnTo>
                    <a:pt x="734184" y="0"/>
                  </a:lnTo>
                  <a:cubicBezTo>
                    <a:pt x="780942" y="0"/>
                    <a:pt x="818848" y="37905"/>
                    <a:pt x="818848" y="84664"/>
                  </a:cubicBezTo>
                  <a:lnTo>
                    <a:pt x="818848" y="786510"/>
                  </a:lnTo>
                  <a:cubicBezTo>
                    <a:pt x="818848" y="833268"/>
                    <a:pt x="780942" y="871174"/>
                    <a:pt x="734184" y="871174"/>
                  </a:cubicBezTo>
                  <a:lnTo>
                    <a:pt x="84664" y="871174"/>
                  </a:lnTo>
                  <a:cubicBezTo>
                    <a:pt x="37905" y="871174"/>
                    <a:pt x="0" y="833268"/>
                    <a:pt x="0" y="786510"/>
                  </a:cubicBezTo>
                  <a:lnTo>
                    <a:pt x="0" y="84664"/>
                  </a:lnTo>
                  <a:cubicBezTo>
                    <a:pt x="0" y="37905"/>
                    <a:pt x="37905" y="0"/>
                    <a:pt x="84664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8848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8069" y="6495429"/>
            <a:ext cx="6451696" cy="3307737"/>
            <a:chOff x="0" y="0"/>
            <a:chExt cx="1699212" cy="871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9212" cy="871174"/>
            </a:xfrm>
            <a:custGeom>
              <a:avLst/>
              <a:gdLst/>
              <a:ahLst/>
              <a:cxnLst/>
              <a:rect r="r" b="b" t="t" l="l"/>
              <a:pathLst>
                <a:path h="871174" w="1699212">
                  <a:moveTo>
                    <a:pt x="40799" y="0"/>
                  </a:moveTo>
                  <a:lnTo>
                    <a:pt x="1658413" y="0"/>
                  </a:lnTo>
                  <a:cubicBezTo>
                    <a:pt x="1680945" y="0"/>
                    <a:pt x="1699212" y="18267"/>
                    <a:pt x="1699212" y="40799"/>
                  </a:cubicBezTo>
                  <a:lnTo>
                    <a:pt x="1699212" y="830374"/>
                  </a:lnTo>
                  <a:cubicBezTo>
                    <a:pt x="1699212" y="852907"/>
                    <a:pt x="1680945" y="871174"/>
                    <a:pt x="1658413" y="871174"/>
                  </a:cubicBezTo>
                  <a:lnTo>
                    <a:pt x="40799" y="871174"/>
                  </a:lnTo>
                  <a:cubicBezTo>
                    <a:pt x="29979" y="871174"/>
                    <a:pt x="19601" y="866875"/>
                    <a:pt x="11950" y="859224"/>
                  </a:cubicBezTo>
                  <a:cubicBezTo>
                    <a:pt x="4298" y="851572"/>
                    <a:pt x="0" y="841195"/>
                    <a:pt x="0" y="830374"/>
                  </a:cubicBezTo>
                  <a:lnTo>
                    <a:pt x="0" y="40799"/>
                  </a:lnTo>
                  <a:cubicBezTo>
                    <a:pt x="0" y="29979"/>
                    <a:pt x="4298" y="19601"/>
                    <a:pt x="11950" y="11950"/>
                  </a:cubicBezTo>
                  <a:cubicBezTo>
                    <a:pt x="19601" y="4298"/>
                    <a:pt x="29979" y="0"/>
                    <a:pt x="40799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99212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07202" y="1861302"/>
            <a:ext cx="557939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enerate Coupon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User Model</a:t>
            </a:r>
          </a:p>
          <a:p>
            <a:pPr algn="ctr">
              <a:lnSpc>
                <a:spcPts val="5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01400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46977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0455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4102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7116607" y="8730292"/>
            <a:ext cx="4054787" cy="812161"/>
          </a:xfrm>
          <a:custGeom>
            <a:avLst/>
            <a:gdLst/>
            <a:ahLst/>
            <a:cxnLst/>
            <a:rect r="r" b="b" t="t" l="l"/>
            <a:pathLst>
              <a:path h="812161" w="4054787">
                <a:moveTo>
                  <a:pt x="0" y="0"/>
                </a:moveTo>
                <a:lnTo>
                  <a:pt x="4054786" y="0"/>
                </a:lnTo>
                <a:lnTo>
                  <a:pt x="4054786" y="812160"/>
                </a:lnTo>
                <a:lnTo>
                  <a:pt x="0" y="812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097885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3"/>
                </a:lnTo>
                <a:lnTo>
                  <a:pt x="0" y="33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01560">
            <a:off x="147868" y="742838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250332">
            <a:off x="16605636" y="1738623"/>
            <a:ext cx="868487" cy="1047518"/>
          </a:xfrm>
          <a:custGeom>
            <a:avLst/>
            <a:gdLst/>
            <a:ahLst/>
            <a:cxnLst/>
            <a:rect r="r" b="b" t="t" l="l"/>
            <a:pathLst>
              <a:path h="1047518" w="868487">
                <a:moveTo>
                  <a:pt x="0" y="0"/>
                </a:moveTo>
                <a:lnTo>
                  <a:pt x="868487" y="0"/>
                </a:lnTo>
                <a:lnTo>
                  <a:pt x="868487" y="1047518"/>
                </a:lnTo>
                <a:lnTo>
                  <a:pt x="0" y="1047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01560">
            <a:off x="16598254" y="8091113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279228">
            <a:off x="7260108" y="619705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8"/>
                </a:lnTo>
                <a:lnTo>
                  <a:pt x="0" y="78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36993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932814" y="501976"/>
            <a:ext cx="4063297" cy="3778676"/>
            <a:chOff x="0" y="0"/>
            <a:chExt cx="1070169" cy="995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169" cy="995207"/>
            </a:xfrm>
            <a:custGeom>
              <a:avLst/>
              <a:gdLst/>
              <a:ahLst/>
              <a:cxnLst/>
              <a:rect r="r" b="b" t="t" l="l"/>
              <a:pathLst>
                <a:path h="995207" w="1070169">
                  <a:moveTo>
                    <a:pt x="64781" y="0"/>
                  </a:moveTo>
                  <a:lnTo>
                    <a:pt x="1005388" y="0"/>
                  </a:lnTo>
                  <a:cubicBezTo>
                    <a:pt x="1022569" y="0"/>
                    <a:pt x="1039046" y="6825"/>
                    <a:pt x="1051195" y="18974"/>
                  </a:cubicBezTo>
                  <a:cubicBezTo>
                    <a:pt x="1063344" y="31123"/>
                    <a:pt x="1070169" y="47600"/>
                    <a:pt x="1070169" y="64781"/>
                  </a:cubicBezTo>
                  <a:lnTo>
                    <a:pt x="1070169" y="930426"/>
                  </a:lnTo>
                  <a:cubicBezTo>
                    <a:pt x="1070169" y="966203"/>
                    <a:pt x="1041165" y="995207"/>
                    <a:pt x="1005388" y="995207"/>
                  </a:cubicBezTo>
                  <a:lnTo>
                    <a:pt x="64781" y="995207"/>
                  </a:lnTo>
                  <a:cubicBezTo>
                    <a:pt x="47600" y="995207"/>
                    <a:pt x="31123" y="988382"/>
                    <a:pt x="18974" y="976233"/>
                  </a:cubicBezTo>
                  <a:cubicBezTo>
                    <a:pt x="6825" y="964084"/>
                    <a:pt x="0" y="947607"/>
                    <a:pt x="0" y="930426"/>
                  </a:cubicBezTo>
                  <a:lnTo>
                    <a:pt x="0" y="64781"/>
                  </a:lnTo>
                  <a:cubicBezTo>
                    <a:pt x="0" y="47600"/>
                    <a:pt x="6825" y="31123"/>
                    <a:pt x="18974" y="18974"/>
                  </a:cubicBezTo>
                  <a:cubicBezTo>
                    <a:pt x="31123" y="6825"/>
                    <a:pt x="47600" y="0"/>
                    <a:pt x="64781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0169" cy="1014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732855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397197" y="1193218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 Need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41023" y="4920545"/>
            <a:ext cx="30844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True scenarios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0997" y="7164948"/>
            <a:ext cx="5135603" cy="149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</a:t>
            </a:r>
            <a:r>
              <a:rPr lang="en-US" sz="22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“random coupon”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If </a:t>
            </a: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we find:</a:t>
            </a:r>
          </a:p>
          <a:p>
            <a:pPr algn="ctr">
              <a:lnSpc>
                <a:spcPts val="3779"/>
              </a:lnSpc>
            </a:pPr>
            <a:r>
              <a:rPr lang="en-US" sz="2099">
                <a:solidFill>
                  <a:srgbClr val="47359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id ,totsal spent &gt;5000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5951" y="4906257"/>
            <a:ext cx="33785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False scenarios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400" y="6840890"/>
            <a:ext cx="5838479" cy="353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“</a:t>
            </a: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No coupon available </a:t>
            </a: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if we: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total spent &lt; 5000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user not found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397197" y="1764510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User 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68695" y="680809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31056" y="1385052"/>
            <a:ext cx="3866813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the User ID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check Total Spent&gt;5000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generate Coupon: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(User Name +Total Spent+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Random Number)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563" y="6501648"/>
            <a:ext cx="6079604" cy="3307737"/>
            <a:chOff x="0" y="0"/>
            <a:chExt cx="1601213" cy="87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1213" cy="871174"/>
            </a:xfrm>
            <a:custGeom>
              <a:avLst/>
              <a:gdLst/>
              <a:ahLst/>
              <a:cxnLst/>
              <a:rect r="r" b="b" t="t" l="l"/>
              <a:pathLst>
                <a:path h="871174" w="1601213">
                  <a:moveTo>
                    <a:pt x="43296" y="0"/>
                  </a:moveTo>
                  <a:lnTo>
                    <a:pt x="1557916" y="0"/>
                  </a:lnTo>
                  <a:cubicBezTo>
                    <a:pt x="1581828" y="0"/>
                    <a:pt x="1601213" y="19384"/>
                    <a:pt x="1601213" y="43296"/>
                  </a:cubicBezTo>
                  <a:lnTo>
                    <a:pt x="1601213" y="827877"/>
                  </a:lnTo>
                  <a:cubicBezTo>
                    <a:pt x="1601213" y="851789"/>
                    <a:pt x="1581828" y="871174"/>
                    <a:pt x="1557916" y="871174"/>
                  </a:cubicBezTo>
                  <a:lnTo>
                    <a:pt x="43296" y="871174"/>
                  </a:lnTo>
                  <a:cubicBezTo>
                    <a:pt x="19384" y="871174"/>
                    <a:pt x="0" y="851789"/>
                    <a:pt x="0" y="827877"/>
                  </a:cubicBezTo>
                  <a:lnTo>
                    <a:pt x="0" y="43296"/>
                  </a:lnTo>
                  <a:cubicBezTo>
                    <a:pt x="0" y="19384"/>
                    <a:pt x="19384" y="0"/>
                    <a:pt x="43296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01213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2537" y="734790"/>
            <a:ext cx="3109062" cy="3307737"/>
            <a:chOff x="0" y="0"/>
            <a:chExt cx="818848" cy="87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8848" cy="871174"/>
            </a:xfrm>
            <a:custGeom>
              <a:avLst/>
              <a:gdLst/>
              <a:ahLst/>
              <a:cxnLst/>
              <a:rect r="r" b="b" t="t" l="l"/>
              <a:pathLst>
                <a:path h="871174" w="818848">
                  <a:moveTo>
                    <a:pt x="84664" y="0"/>
                  </a:moveTo>
                  <a:lnTo>
                    <a:pt x="734184" y="0"/>
                  </a:lnTo>
                  <a:cubicBezTo>
                    <a:pt x="780942" y="0"/>
                    <a:pt x="818848" y="37905"/>
                    <a:pt x="818848" y="84664"/>
                  </a:cubicBezTo>
                  <a:lnTo>
                    <a:pt x="818848" y="786510"/>
                  </a:lnTo>
                  <a:cubicBezTo>
                    <a:pt x="818848" y="833268"/>
                    <a:pt x="780942" y="871174"/>
                    <a:pt x="734184" y="871174"/>
                  </a:cubicBezTo>
                  <a:lnTo>
                    <a:pt x="84664" y="871174"/>
                  </a:lnTo>
                  <a:cubicBezTo>
                    <a:pt x="37905" y="871174"/>
                    <a:pt x="0" y="833268"/>
                    <a:pt x="0" y="786510"/>
                  </a:cubicBezTo>
                  <a:lnTo>
                    <a:pt x="0" y="84664"/>
                  </a:lnTo>
                  <a:cubicBezTo>
                    <a:pt x="0" y="37905"/>
                    <a:pt x="37905" y="0"/>
                    <a:pt x="84664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8848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8069" y="6495429"/>
            <a:ext cx="6451696" cy="3307737"/>
            <a:chOff x="0" y="0"/>
            <a:chExt cx="1699212" cy="871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9212" cy="871174"/>
            </a:xfrm>
            <a:custGeom>
              <a:avLst/>
              <a:gdLst/>
              <a:ahLst/>
              <a:cxnLst/>
              <a:rect r="r" b="b" t="t" l="l"/>
              <a:pathLst>
                <a:path h="871174" w="1699212">
                  <a:moveTo>
                    <a:pt x="40799" y="0"/>
                  </a:moveTo>
                  <a:lnTo>
                    <a:pt x="1658413" y="0"/>
                  </a:lnTo>
                  <a:cubicBezTo>
                    <a:pt x="1680945" y="0"/>
                    <a:pt x="1699212" y="18267"/>
                    <a:pt x="1699212" y="40799"/>
                  </a:cubicBezTo>
                  <a:lnTo>
                    <a:pt x="1699212" y="830374"/>
                  </a:lnTo>
                  <a:cubicBezTo>
                    <a:pt x="1699212" y="852907"/>
                    <a:pt x="1680945" y="871174"/>
                    <a:pt x="1658413" y="871174"/>
                  </a:cubicBezTo>
                  <a:lnTo>
                    <a:pt x="40799" y="871174"/>
                  </a:lnTo>
                  <a:cubicBezTo>
                    <a:pt x="29979" y="871174"/>
                    <a:pt x="19601" y="866875"/>
                    <a:pt x="11950" y="859224"/>
                  </a:cubicBezTo>
                  <a:cubicBezTo>
                    <a:pt x="4298" y="851572"/>
                    <a:pt x="0" y="841195"/>
                    <a:pt x="0" y="830374"/>
                  </a:cubicBezTo>
                  <a:lnTo>
                    <a:pt x="0" y="40799"/>
                  </a:lnTo>
                  <a:cubicBezTo>
                    <a:pt x="0" y="29979"/>
                    <a:pt x="4298" y="19601"/>
                    <a:pt x="11950" y="11950"/>
                  </a:cubicBezTo>
                  <a:cubicBezTo>
                    <a:pt x="19601" y="4298"/>
                    <a:pt x="29979" y="0"/>
                    <a:pt x="40799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99212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07202" y="1861302"/>
            <a:ext cx="557939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So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rted Product By Price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Product Model</a:t>
            </a:r>
          </a:p>
          <a:p>
            <a:pPr algn="ctr">
              <a:lnSpc>
                <a:spcPts val="5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01400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46977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0455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4102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7116607" y="8730292"/>
            <a:ext cx="4054787" cy="812161"/>
          </a:xfrm>
          <a:custGeom>
            <a:avLst/>
            <a:gdLst/>
            <a:ahLst/>
            <a:cxnLst/>
            <a:rect r="r" b="b" t="t" l="l"/>
            <a:pathLst>
              <a:path h="812161" w="4054787">
                <a:moveTo>
                  <a:pt x="0" y="0"/>
                </a:moveTo>
                <a:lnTo>
                  <a:pt x="4054786" y="0"/>
                </a:lnTo>
                <a:lnTo>
                  <a:pt x="4054786" y="812160"/>
                </a:lnTo>
                <a:lnTo>
                  <a:pt x="0" y="812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097885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3"/>
                </a:lnTo>
                <a:lnTo>
                  <a:pt x="0" y="33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01560">
            <a:off x="147868" y="7425246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250332">
            <a:off x="16605636" y="1738623"/>
            <a:ext cx="868487" cy="1047518"/>
          </a:xfrm>
          <a:custGeom>
            <a:avLst/>
            <a:gdLst/>
            <a:ahLst/>
            <a:cxnLst/>
            <a:rect r="r" b="b" t="t" l="l"/>
            <a:pathLst>
              <a:path h="1047518" w="868487">
                <a:moveTo>
                  <a:pt x="0" y="0"/>
                </a:moveTo>
                <a:lnTo>
                  <a:pt x="868487" y="0"/>
                </a:lnTo>
                <a:lnTo>
                  <a:pt x="868487" y="1047518"/>
                </a:lnTo>
                <a:lnTo>
                  <a:pt x="0" y="1047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01560">
            <a:off x="16598254" y="8091113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279228">
            <a:off x="7260108" y="619705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8"/>
                </a:lnTo>
                <a:lnTo>
                  <a:pt x="0" y="78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36993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932814" y="501976"/>
            <a:ext cx="4063297" cy="3778676"/>
            <a:chOff x="0" y="0"/>
            <a:chExt cx="1070169" cy="995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169" cy="995207"/>
            </a:xfrm>
            <a:custGeom>
              <a:avLst/>
              <a:gdLst/>
              <a:ahLst/>
              <a:cxnLst/>
              <a:rect r="r" b="b" t="t" l="l"/>
              <a:pathLst>
                <a:path h="995207" w="1070169">
                  <a:moveTo>
                    <a:pt x="64781" y="0"/>
                  </a:moveTo>
                  <a:lnTo>
                    <a:pt x="1005388" y="0"/>
                  </a:lnTo>
                  <a:cubicBezTo>
                    <a:pt x="1022569" y="0"/>
                    <a:pt x="1039046" y="6825"/>
                    <a:pt x="1051195" y="18974"/>
                  </a:cubicBezTo>
                  <a:cubicBezTo>
                    <a:pt x="1063344" y="31123"/>
                    <a:pt x="1070169" y="47600"/>
                    <a:pt x="1070169" y="64781"/>
                  </a:cubicBezTo>
                  <a:lnTo>
                    <a:pt x="1070169" y="930426"/>
                  </a:lnTo>
                  <a:cubicBezTo>
                    <a:pt x="1070169" y="966203"/>
                    <a:pt x="1041165" y="995207"/>
                    <a:pt x="1005388" y="995207"/>
                  </a:cubicBezTo>
                  <a:lnTo>
                    <a:pt x="64781" y="995207"/>
                  </a:lnTo>
                  <a:cubicBezTo>
                    <a:pt x="47600" y="995207"/>
                    <a:pt x="31123" y="988382"/>
                    <a:pt x="18974" y="976233"/>
                  </a:cubicBezTo>
                  <a:cubicBezTo>
                    <a:pt x="6825" y="964084"/>
                    <a:pt x="0" y="947607"/>
                    <a:pt x="0" y="930426"/>
                  </a:cubicBezTo>
                  <a:lnTo>
                    <a:pt x="0" y="64781"/>
                  </a:lnTo>
                  <a:cubicBezTo>
                    <a:pt x="0" y="47600"/>
                    <a:pt x="6825" y="31123"/>
                    <a:pt x="18974" y="18974"/>
                  </a:cubicBezTo>
                  <a:cubicBezTo>
                    <a:pt x="31123" y="6825"/>
                    <a:pt x="47600" y="0"/>
                    <a:pt x="64781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0169" cy="1014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732855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397197" y="1193218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 Need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41023" y="4920545"/>
            <a:ext cx="30844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True scenarios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0997" y="7164948"/>
            <a:ext cx="5135603" cy="149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</a:t>
            </a:r>
            <a:r>
              <a:rPr lang="en-US" sz="22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“list of sorted product”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If </a:t>
            </a: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we find:</a:t>
            </a:r>
          </a:p>
          <a:p>
            <a:pPr algn="ctr">
              <a:lnSpc>
                <a:spcPts val="3779"/>
              </a:lnSpc>
            </a:pPr>
            <a:r>
              <a:rPr lang="en-US" sz="2099">
                <a:solidFill>
                  <a:srgbClr val="473593"/>
                </a:solidFill>
                <a:latin typeface="Poppins Light"/>
                <a:ea typeface="Poppins Light"/>
                <a:cs typeface="Poppins Light"/>
                <a:sym typeface="Poppins Light"/>
              </a:rPr>
              <a:t>Category name, wright sorted type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5951" y="4906257"/>
            <a:ext cx="33785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False scenarios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400" y="6840890"/>
            <a:ext cx="5838479" cy="358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“Invalid sort type! Please use 'cheapest' or 'expensive'”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 “</a:t>
            </a: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No produc</a:t>
            </a: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ts found for this category”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397197" y="1764510"/>
            <a:ext cx="2876991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Category Name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Sorted type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(cheapest or expensive)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568695" y="680809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31056" y="1118352"/>
            <a:ext cx="3866813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category ID in Category service  using category Name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the Products that belong to The category ID in Product service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 Perforn Buble Sort based on user choice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563" y="6501648"/>
            <a:ext cx="6079604" cy="3307737"/>
            <a:chOff x="0" y="0"/>
            <a:chExt cx="1601213" cy="87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1213" cy="871174"/>
            </a:xfrm>
            <a:custGeom>
              <a:avLst/>
              <a:gdLst/>
              <a:ahLst/>
              <a:cxnLst/>
              <a:rect r="r" b="b" t="t" l="l"/>
              <a:pathLst>
                <a:path h="871174" w="1601213">
                  <a:moveTo>
                    <a:pt x="43296" y="0"/>
                  </a:moveTo>
                  <a:lnTo>
                    <a:pt x="1557916" y="0"/>
                  </a:lnTo>
                  <a:cubicBezTo>
                    <a:pt x="1581828" y="0"/>
                    <a:pt x="1601213" y="19384"/>
                    <a:pt x="1601213" y="43296"/>
                  </a:cubicBezTo>
                  <a:lnTo>
                    <a:pt x="1601213" y="827877"/>
                  </a:lnTo>
                  <a:cubicBezTo>
                    <a:pt x="1601213" y="851789"/>
                    <a:pt x="1581828" y="871174"/>
                    <a:pt x="1557916" y="871174"/>
                  </a:cubicBezTo>
                  <a:lnTo>
                    <a:pt x="43296" y="871174"/>
                  </a:lnTo>
                  <a:cubicBezTo>
                    <a:pt x="19384" y="871174"/>
                    <a:pt x="0" y="851789"/>
                    <a:pt x="0" y="827877"/>
                  </a:cubicBezTo>
                  <a:lnTo>
                    <a:pt x="0" y="43296"/>
                  </a:lnTo>
                  <a:cubicBezTo>
                    <a:pt x="0" y="19384"/>
                    <a:pt x="19384" y="0"/>
                    <a:pt x="43296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01213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2537" y="734790"/>
            <a:ext cx="3109062" cy="3307737"/>
            <a:chOff x="0" y="0"/>
            <a:chExt cx="818848" cy="87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8848" cy="871174"/>
            </a:xfrm>
            <a:custGeom>
              <a:avLst/>
              <a:gdLst/>
              <a:ahLst/>
              <a:cxnLst/>
              <a:rect r="r" b="b" t="t" l="l"/>
              <a:pathLst>
                <a:path h="871174" w="818848">
                  <a:moveTo>
                    <a:pt x="84664" y="0"/>
                  </a:moveTo>
                  <a:lnTo>
                    <a:pt x="734184" y="0"/>
                  </a:lnTo>
                  <a:cubicBezTo>
                    <a:pt x="780942" y="0"/>
                    <a:pt x="818848" y="37905"/>
                    <a:pt x="818848" y="84664"/>
                  </a:cubicBezTo>
                  <a:lnTo>
                    <a:pt x="818848" y="786510"/>
                  </a:lnTo>
                  <a:cubicBezTo>
                    <a:pt x="818848" y="833268"/>
                    <a:pt x="780942" y="871174"/>
                    <a:pt x="734184" y="871174"/>
                  </a:cubicBezTo>
                  <a:lnTo>
                    <a:pt x="84664" y="871174"/>
                  </a:lnTo>
                  <a:cubicBezTo>
                    <a:pt x="37905" y="871174"/>
                    <a:pt x="0" y="833268"/>
                    <a:pt x="0" y="786510"/>
                  </a:cubicBezTo>
                  <a:lnTo>
                    <a:pt x="0" y="84664"/>
                  </a:lnTo>
                  <a:cubicBezTo>
                    <a:pt x="0" y="37905"/>
                    <a:pt x="37905" y="0"/>
                    <a:pt x="84664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8848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8069" y="6495429"/>
            <a:ext cx="6451696" cy="3307737"/>
            <a:chOff x="0" y="0"/>
            <a:chExt cx="1699212" cy="871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9212" cy="871174"/>
            </a:xfrm>
            <a:custGeom>
              <a:avLst/>
              <a:gdLst/>
              <a:ahLst/>
              <a:cxnLst/>
              <a:rect r="r" b="b" t="t" l="l"/>
              <a:pathLst>
                <a:path h="871174" w="1699212">
                  <a:moveTo>
                    <a:pt x="40799" y="0"/>
                  </a:moveTo>
                  <a:lnTo>
                    <a:pt x="1658413" y="0"/>
                  </a:lnTo>
                  <a:cubicBezTo>
                    <a:pt x="1680945" y="0"/>
                    <a:pt x="1699212" y="18267"/>
                    <a:pt x="1699212" y="40799"/>
                  </a:cubicBezTo>
                  <a:lnTo>
                    <a:pt x="1699212" y="830374"/>
                  </a:lnTo>
                  <a:cubicBezTo>
                    <a:pt x="1699212" y="852907"/>
                    <a:pt x="1680945" y="871174"/>
                    <a:pt x="1658413" y="871174"/>
                  </a:cubicBezTo>
                  <a:lnTo>
                    <a:pt x="40799" y="871174"/>
                  </a:lnTo>
                  <a:cubicBezTo>
                    <a:pt x="29979" y="871174"/>
                    <a:pt x="19601" y="866875"/>
                    <a:pt x="11950" y="859224"/>
                  </a:cubicBezTo>
                  <a:cubicBezTo>
                    <a:pt x="4298" y="851572"/>
                    <a:pt x="0" y="841195"/>
                    <a:pt x="0" y="830374"/>
                  </a:cubicBezTo>
                  <a:lnTo>
                    <a:pt x="0" y="40799"/>
                  </a:lnTo>
                  <a:cubicBezTo>
                    <a:pt x="0" y="29979"/>
                    <a:pt x="4298" y="19601"/>
                    <a:pt x="11950" y="11950"/>
                  </a:cubicBezTo>
                  <a:cubicBezTo>
                    <a:pt x="19601" y="4298"/>
                    <a:pt x="29979" y="0"/>
                    <a:pt x="40799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99212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07202" y="1861302"/>
            <a:ext cx="6306375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Low S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tock Products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Merchant Stock Model</a:t>
            </a:r>
          </a:p>
          <a:p>
            <a:pPr algn="ctr">
              <a:lnSpc>
                <a:spcPts val="5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01400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46977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0455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4102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7116607" y="8730292"/>
            <a:ext cx="4054787" cy="812161"/>
          </a:xfrm>
          <a:custGeom>
            <a:avLst/>
            <a:gdLst/>
            <a:ahLst/>
            <a:cxnLst/>
            <a:rect r="r" b="b" t="t" l="l"/>
            <a:pathLst>
              <a:path h="812161" w="4054787">
                <a:moveTo>
                  <a:pt x="0" y="0"/>
                </a:moveTo>
                <a:lnTo>
                  <a:pt x="4054786" y="0"/>
                </a:lnTo>
                <a:lnTo>
                  <a:pt x="4054786" y="812160"/>
                </a:lnTo>
                <a:lnTo>
                  <a:pt x="0" y="812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097885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3"/>
                </a:lnTo>
                <a:lnTo>
                  <a:pt x="0" y="33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01560">
            <a:off x="147868" y="742838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250332">
            <a:off x="16605636" y="1738623"/>
            <a:ext cx="868487" cy="1047518"/>
          </a:xfrm>
          <a:custGeom>
            <a:avLst/>
            <a:gdLst/>
            <a:ahLst/>
            <a:cxnLst/>
            <a:rect r="r" b="b" t="t" l="l"/>
            <a:pathLst>
              <a:path h="1047518" w="868487">
                <a:moveTo>
                  <a:pt x="0" y="0"/>
                </a:moveTo>
                <a:lnTo>
                  <a:pt x="868487" y="0"/>
                </a:lnTo>
                <a:lnTo>
                  <a:pt x="868487" y="1047518"/>
                </a:lnTo>
                <a:lnTo>
                  <a:pt x="0" y="1047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01560">
            <a:off x="16598254" y="8091113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279228">
            <a:off x="7260108" y="619705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8"/>
                </a:lnTo>
                <a:lnTo>
                  <a:pt x="0" y="78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36993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932814" y="501976"/>
            <a:ext cx="4063297" cy="3778676"/>
            <a:chOff x="0" y="0"/>
            <a:chExt cx="1070169" cy="995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169" cy="995207"/>
            </a:xfrm>
            <a:custGeom>
              <a:avLst/>
              <a:gdLst/>
              <a:ahLst/>
              <a:cxnLst/>
              <a:rect r="r" b="b" t="t" l="l"/>
              <a:pathLst>
                <a:path h="995207" w="1070169">
                  <a:moveTo>
                    <a:pt x="64781" y="0"/>
                  </a:moveTo>
                  <a:lnTo>
                    <a:pt x="1005388" y="0"/>
                  </a:lnTo>
                  <a:cubicBezTo>
                    <a:pt x="1022569" y="0"/>
                    <a:pt x="1039046" y="6825"/>
                    <a:pt x="1051195" y="18974"/>
                  </a:cubicBezTo>
                  <a:cubicBezTo>
                    <a:pt x="1063344" y="31123"/>
                    <a:pt x="1070169" y="47600"/>
                    <a:pt x="1070169" y="64781"/>
                  </a:cubicBezTo>
                  <a:lnTo>
                    <a:pt x="1070169" y="930426"/>
                  </a:lnTo>
                  <a:cubicBezTo>
                    <a:pt x="1070169" y="966203"/>
                    <a:pt x="1041165" y="995207"/>
                    <a:pt x="1005388" y="995207"/>
                  </a:cubicBezTo>
                  <a:lnTo>
                    <a:pt x="64781" y="995207"/>
                  </a:lnTo>
                  <a:cubicBezTo>
                    <a:pt x="47600" y="995207"/>
                    <a:pt x="31123" y="988382"/>
                    <a:pt x="18974" y="976233"/>
                  </a:cubicBezTo>
                  <a:cubicBezTo>
                    <a:pt x="6825" y="964084"/>
                    <a:pt x="0" y="947607"/>
                    <a:pt x="0" y="930426"/>
                  </a:cubicBezTo>
                  <a:lnTo>
                    <a:pt x="0" y="64781"/>
                  </a:lnTo>
                  <a:cubicBezTo>
                    <a:pt x="0" y="47600"/>
                    <a:pt x="6825" y="31123"/>
                    <a:pt x="18974" y="18974"/>
                  </a:cubicBezTo>
                  <a:cubicBezTo>
                    <a:pt x="31123" y="6825"/>
                    <a:pt x="47600" y="0"/>
                    <a:pt x="64781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0169" cy="1014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732855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397197" y="1193218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 Need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41023" y="4920545"/>
            <a:ext cx="30844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True scenarios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0997" y="7164948"/>
            <a:ext cx="5135603" cy="202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  <a:r>
              <a:rPr lang="en-US" sz="22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list of low stock Products</a:t>
            </a: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  <a:p>
            <a:pPr algn="l">
              <a:lnSpc>
                <a:spcPts val="4139"/>
              </a:lnSpc>
            </a:pP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585951" y="4906257"/>
            <a:ext cx="33785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False scenarios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400" y="7077317"/>
            <a:ext cx="5777312" cy="258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”No Low Stock found”</a:t>
            </a:r>
          </a:p>
          <a:p>
            <a:pPr algn="l">
              <a:lnSpc>
                <a:spcPts val="4139"/>
              </a:lnSpc>
            </a:pPr>
          </a:p>
          <a:p>
            <a:pPr algn="l">
              <a:lnSpc>
                <a:spcPts val="4139"/>
              </a:lnSpc>
            </a:pPr>
          </a:p>
          <a:p>
            <a:pPr algn="ctr">
              <a:lnSpc>
                <a:spcPts val="413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4568695" y="680809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Steps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31056" y="1385052"/>
            <a:ext cx="3866813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all stocks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check if stock&lt;10</a:t>
            </a:r>
          </a:p>
          <a:p>
            <a:pPr algn="ctr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563" y="6501648"/>
            <a:ext cx="6079604" cy="3307737"/>
            <a:chOff x="0" y="0"/>
            <a:chExt cx="1601213" cy="87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1213" cy="871174"/>
            </a:xfrm>
            <a:custGeom>
              <a:avLst/>
              <a:gdLst/>
              <a:ahLst/>
              <a:cxnLst/>
              <a:rect r="r" b="b" t="t" l="l"/>
              <a:pathLst>
                <a:path h="871174" w="1601213">
                  <a:moveTo>
                    <a:pt x="43296" y="0"/>
                  </a:moveTo>
                  <a:lnTo>
                    <a:pt x="1557916" y="0"/>
                  </a:lnTo>
                  <a:cubicBezTo>
                    <a:pt x="1581828" y="0"/>
                    <a:pt x="1601213" y="19384"/>
                    <a:pt x="1601213" y="43296"/>
                  </a:cubicBezTo>
                  <a:lnTo>
                    <a:pt x="1601213" y="827877"/>
                  </a:lnTo>
                  <a:cubicBezTo>
                    <a:pt x="1601213" y="851789"/>
                    <a:pt x="1581828" y="871174"/>
                    <a:pt x="1557916" y="871174"/>
                  </a:cubicBezTo>
                  <a:lnTo>
                    <a:pt x="43296" y="871174"/>
                  </a:lnTo>
                  <a:cubicBezTo>
                    <a:pt x="19384" y="871174"/>
                    <a:pt x="0" y="851789"/>
                    <a:pt x="0" y="827877"/>
                  </a:cubicBezTo>
                  <a:lnTo>
                    <a:pt x="0" y="43296"/>
                  </a:lnTo>
                  <a:cubicBezTo>
                    <a:pt x="0" y="19384"/>
                    <a:pt x="19384" y="0"/>
                    <a:pt x="43296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01213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2537" y="734790"/>
            <a:ext cx="3109062" cy="3307737"/>
            <a:chOff x="0" y="0"/>
            <a:chExt cx="818848" cy="87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8848" cy="871174"/>
            </a:xfrm>
            <a:custGeom>
              <a:avLst/>
              <a:gdLst/>
              <a:ahLst/>
              <a:cxnLst/>
              <a:rect r="r" b="b" t="t" l="l"/>
              <a:pathLst>
                <a:path h="871174" w="818848">
                  <a:moveTo>
                    <a:pt x="84664" y="0"/>
                  </a:moveTo>
                  <a:lnTo>
                    <a:pt x="734184" y="0"/>
                  </a:lnTo>
                  <a:cubicBezTo>
                    <a:pt x="780942" y="0"/>
                    <a:pt x="818848" y="37905"/>
                    <a:pt x="818848" y="84664"/>
                  </a:cubicBezTo>
                  <a:lnTo>
                    <a:pt x="818848" y="786510"/>
                  </a:lnTo>
                  <a:cubicBezTo>
                    <a:pt x="818848" y="833268"/>
                    <a:pt x="780942" y="871174"/>
                    <a:pt x="734184" y="871174"/>
                  </a:cubicBezTo>
                  <a:lnTo>
                    <a:pt x="84664" y="871174"/>
                  </a:lnTo>
                  <a:cubicBezTo>
                    <a:pt x="37905" y="871174"/>
                    <a:pt x="0" y="833268"/>
                    <a:pt x="0" y="786510"/>
                  </a:cubicBezTo>
                  <a:lnTo>
                    <a:pt x="0" y="84664"/>
                  </a:lnTo>
                  <a:cubicBezTo>
                    <a:pt x="0" y="37905"/>
                    <a:pt x="37905" y="0"/>
                    <a:pt x="84664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8848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8069" y="6495429"/>
            <a:ext cx="6451696" cy="3307737"/>
            <a:chOff x="0" y="0"/>
            <a:chExt cx="1699212" cy="871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9212" cy="871174"/>
            </a:xfrm>
            <a:custGeom>
              <a:avLst/>
              <a:gdLst/>
              <a:ahLst/>
              <a:cxnLst/>
              <a:rect r="r" b="b" t="t" l="l"/>
              <a:pathLst>
                <a:path h="871174" w="1699212">
                  <a:moveTo>
                    <a:pt x="40799" y="0"/>
                  </a:moveTo>
                  <a:lnTo>
                    <a:pt x="1658413" y="0"/>
                  </a:lnTo>
                  <a:cubicBezTo>
                    <a:pt x="1680945" y="0"/>
                    <a:pt x="1699212" y="18267"/>
                    <a:pt x="1699212" y="40799"/>
                  </a:cubicBezTo>
                  <a:lnTo>
                    <a:pt x="1699212" y="830374"/>
                  </a:lnTo>
                  <a:cubicBezTo>
                    <a:pt x="1699212" y="852907"/>
                    <a:pt x="1680945" y="871174"/>
                    <a:pt x="1658413" y="871174"/>
                  </a:cubicBezTo>
                  <a:lnTo>
                    <a:pt x="40799" y="871174"/>
                  </a:lnTo>
                  <a:cubicBezTo>
                    <a:pt x="29979" y="871174"/>
                    <a:pt x="19601" y="866875"/>
                    <a:pt x="11950" y="859224"/>
                  </a:cubicBezTo>
                  <a:cubicBezTo>
                    <a:pt x="4298" y="851572"/>
                    <a:pt x="0" y="841195"/>
                    <a:pt x="0" y="830374"/>
                  </a:cubicBezTo>
                  <a:lnTo>
                    <a:pt x="0" y="40799"/>
                  </a:lnTo>
                  <a:cubicBezTo>
                    <a:pt x="0" y="29979"/>
                    <a:pt x="4298" y="19601"/>
                    <a:pt x="11950" y="11950"/>
                  </a:cubicBezTo>
                  <a:cubicBezTo>
                    <a:pt x="19601" y="4298"/>
                    <a:pt x="29979" y="0"/>
                    <a:pt x="40799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99212" cy="8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14662" y="1835948"/>
            <a:ext cx="8223258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4999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ransfer Product Amounts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Merchant Stock 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</a:p>
          <a:p>
            <a:pPr algn="ctr">
              <a:lnSpc>
                <a:spcPts val="5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01400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46977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0455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6" y="0"/>
                </a:lnTo>
                <a:lnTo>
                  <a:pt x="4145576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41023" y="4728327"/>
            <a:ext cx="4145577" cy="830345"/>
          </a:xfrm>
          <a:custGeom>
            <a:avLst/>
            <a:gdLst/>
            <a:ahLst/>
            <a:cxnLst/>
            <a:rect r="r" b="b" t="t" l="l"/>
            <a:pathLst>
              <a:path h="830345" w="4145577">
                <a:moveTo>
                  <a:pt x="0" y="0"/>
                </a:moveTo>
                <a:lnTo>
                  <a:pt x="4145577" y="0"/>
                </a:lnTo>
                <a:lnTo>
                  <a:pt x="4145577" y="830346"/>
                </a:lnTo>
                <a:lnTo>
                  <a:pt x="0" y="8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7116607" y="8730292"/>
            <a:ext cx="4054787" cy="812161"/>
          </a:xfrm>
          <a:custGeom>
            <a:avLst/>
            <a:gdLst/>
            <a:ahLst/>
            <a:cxnLst/>
            <a:rect r="r" b="b" t="t" l="l"/>
            <a:pathLst>
              <a:path h="812161" w="4054787">
                <a:moveTo>
                  <a:pt x="0" y="0"/>
                </a:moveTo>
                <a:lnTo>
                  <a:pt x="4054786" y="0"/>
                </a:lnTo>
                <a:lnTo>
                  <a:pt x="4054786" y="812160"/>
                </a:lnTo>
                <a:lnTo>
                  <a:pt x="0" y="812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097885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3"/>
                </a:lnTo>
                <a:lnTo>
                  <a:pt x="0" y="33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701560">
            <a:off x="147868" y="742838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250332">
            <a:off x="16605636" y="1738623"/>
            <a:ext cx="868487" cy="1047518"/>
          </a:xfrm>
          <a:custGeom>
            <a:avLst/>
            <a:gdLst/>
            <a:ahLst/>
            <a:cxnLst/>
            <a:rect r="r" b="b" t="t" l="l"/>
            <a:pathLst>
              <a:path h="1047518" w="868487">
                <a:moveTo>
                  <a:pt x="0" y="0"/>
                </a:moveTo>
                <a:lnTo>
                  <a:pt x="868487" y="0"/>
                </a:lnTo>
                <a:lnTo>
                  <a:pt x="868487" y="1047518"/>
                </a:lnTo>
                <a:lnTo>
                  <a:pt x="0" y="1047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01560">
            <a:off x="16598254" y="8091113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279228">
            <a:off x="7260108" y="619705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8"/>
                </a:lnTo>
                <a:lnTo>
                  <a:pt x="0" y="78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36993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932814" y="501976"/>
            <a:ext cx="4063297" cy="3778676"/>
            <a:chOff x="0" y="0"/>
            <a:chExt cx="1070169" cy="995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0169" cy="995207"/>
            </a:xfrm>
            <a:custGeom>
              <a:avLst/>
              <a:gdLst/>
              <a:ahLst/>
              <a:cxnLst/>
              <a:rect r="r" b="b" t="t" l="l"/>
              <a:pathLst>
                <a:path h="995207" w="1070169">
                  <a:moveTo>
                    <a:pt x="64781" y="0"/>
                  </a:moveTo>
                  <a:lnTo>
                    <a:pt x="1005388" y="0"/>
                  </a:lnTo>
                  <a:cubicBezTo>
                    <a:pt x="1022569" y="0"/>
                    <a:pt x="1039046" y="6825"/>
                    <a:pt x="1051195" y="18974"/>
                  </a:cubicBezTo>
                  <a:cubicBezTo>
                    <a:pt x="1063344" y="31123"/>
                    <a:pt x="1070169" y="47600"/>
                    <a:pt x="1070169" y="64781"/>
                  </a:cubicBezTo>
                  <a:lnTo>
                    <a:pt x="1070169" y="930426"/>
                  </a:lnTo>
                  <a:cubicBezTo>
                    <a:pt x="1070169" y="966203"/>
                    <a:pt x="1041165" y="995207"/>
                    <a:pt x="1005388" y="995207"/>
                  </a:cubicBezTo>
                  <a:lnTo>
                    <a:pt x="64781" y="995207"/>
                  </a:lnTo>
                  <a:cubicBezTo>
                    <a:pt x="47600" y="995207"/>
                    <a:pt x="31123" y="988382"/>
                    <a:pt x="18974" y="976233"/>
                  </a:cubicBezTo>
                  <a:cubicBezTo>
                    <a:pt x="6825" y="964084"/>
                    <a:pt x="0" y="947607"/>
                    <a:pt x="0" y="930426"/>
                  </a:cubicBezTo>
                  <a:lnTo>
                    <a:pt x="0" y="64781"/>
                  </a:lnTo>
                  <a:cubicBezTo>
                    <a:pt x="0" y="47600"/>
                    <a:pt x="6825" y="31123"/>
                    <a:pt x="18974" y="18974"/>
                  </a:cubicBezTo>
                  <a:cubicBezTo>
                    <a:pt x="31123" y="6825"/>
                    <a:pt x="47600" y="0"/>
                    <a:pt x="64781" y="0"/>
                  </a:cubicBezTo>
                  <a:close/>
                </a:path>
              </a:pathLst>
            </a:custGeom>
            <a:solidFill>
              <a:srgbClr val="DCD3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0169" cy="1014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732855" y="5394757"/>
            <a:ext cx="1023367" cy="1023367"/>
          </a:xfrm>
          <a:custGeom>
            <a:avLst/>
            <a:gdLst/>
            <a:ahLst/>
            <a:cxnLst/>
            <a:rect r="r" b="b" t="t" l="l"/>
            <a:pathLst>
              <a:path h="1023367" w="1023367">
                <a:moveTo>
                  <a:pt x="0" y="0"/>
                </a:moveTo>
                <a:lnTo>
                  <a:pt x="1023367" y="0"/>
                </a:lnTo>
                <a:lnTo>
                  <a:pt x="1023367" y="1023367"/>
                </a:lnTo>
                <a:lnTo>
                  <a:pt x="0" y="10233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397197" y="1193218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 Need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41023" y="4920545"/>
            <a:ext cx="30844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True scenarios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80875" y="6690265"/>
            <a:ext cx="5135603" cy="292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Return</a:t>
            </a:r>
            <a:r>
              <a:rPr lang="en-US" sz="2299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” Successfull transfer”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If </a:t>
            </a:r>
            <a:r>
              <a:rPr lang="en-US" sz="2299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we find:</a:t>
            </a:r>
          </a:p>
          <a:p>
            <a:pPr algn="ctr">
              <a:lnSpc>
                <a:spcPts val="3779"/>
              </a:lnSpc>
            </a:pPr>
            <a:r>
              <a:rPr lang="en-US" sz="2099">
                <a:solidFill>
                  <a:srgbClr val="473593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From merchant found , </a:t>
            </a:r>
            <a:r>
              <a:rPr lang="en-US" sz="2099">
                <a:solidFill>
                  <a:srgbClr val="473593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merchant found ,Product Id</a:t>
            </a:r>
          </a:p>
          <a:p>
            <a:pPr algn="ctr">
              <a:lnSpc>
                <a:spcPts val="3779"/>
              </a:lnSpc>
            </a:pPr>
            <a:r>
              <a:rPr lang="en-US" sz="2099">
                <a:solidFill>
                  <a:srgbClr val="473593"/>
                </a:solidFill>
                <a:latin typeface="Poppins Light"/>
                <a:ea typeface="Poppins Light"/>
                <a:cs typeface="Poppins Light"/>
                <a:sym typeface="Poppins Light"/>
              </a:rPr>
              <a:t>sufficient Product amount in from merchant Stock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5951" y="4906257"/>
            <a:ext cx="33785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False scenarios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400" y="6840890"/>
            <a:ext cx="5838479" cy="296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“merchant Stock records not found “</a:t>
            </a:r>
          </a:p>
          <a:p>
            <a:pPr algn="l">
              <a:lnSpc>
                <a:spcPts val="3779"/>
              </a:lnSpc>
            </a:pPr>
            <a:r>
              <a:rPr lang="en-US" sz="2099" b="true">
                <a:solidFill>
                  <a:srgbClr val="F2F3F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</a:t>
            </a:r>
          </a:p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2F3F4"/>
                </a:solidFill>
                <a:latin typeface="Poppins"/>
                <a:ea typeface="Poppins"/>
                <a:cs typeface="Poppins"/>
                <a:sym typeface="Poppins"/>
              </a:rPr>
              <a:t>“Insufficient stock to transfer”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397197" y="1764510"/>
            <a:ext cx="3084401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From ID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To ID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Product ID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Product Amount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68695" y="680809"/>
            <a:ext cx="308440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31056" y="1385052"/>
            <a:ext cx="3866813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search for Merchant Id in stocks in both sender and receiver merchant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check stock amount in from merchant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73593"/>
                </a:solidFill>
                <a:latin typeface="Poppins"/>
                <a:ea typeface="Poppins"/>
                <a:cs typeface="Poppins"/>
                <a:sym typeface="Poppins"/>
              </a:rPr>
              <a:t>update Stocks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90526" y="1092325"/>
            <a:ext cx="7269172" cy="1455991"/>
          </a:xfrm>
          <a:custGeom>
            <a:avLst/>
            <a:gdLst/>
            <a:ahLst/>
            <a:cxnLst/>
            <a:rect r="r" b="b" t="t" l="l"/>
            <a:pathLst>
              <a:path h="1455991" w="7269172">
                <a:moveTo>
                  <a:pt x="0" y="0"/>
                </a:moveTo>
                <a:lnTo>
                  <a:pt x="7269172" y="0"/>
                </a:lnTo>
                <a:lnTo>
                  <a:pt x="7269172" y="1455992"/>
                </a:lnTo>
                <a:lnTo>
                  <a:pt x="0" y="145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77291" y="1092325"/>
            <a:ext cx="7269172" cy="1455991"/>
          </a:xfrm>
          <a:custGeom>
            <a:avLst/>
            <a:gdLst/>
            <a:ahLst/>
            <a:cxnLst/>
            <a:rect r="r" b="b" t="t" l="l"/>
            <a:pathLst>
              <a:path h="1455991" w="7269172">
                <a:moveTo>
                  <a:pt x="0" y="0"/>
                </a:moveTo>
                <a:lnTo>
                  <a:pt x="7269172" y="0"/>
                </a:lnTo>
                <a:lnTo>
                  <a:pt x="7269172" y="1455992"/>
                </a:lnTo>
                <a:lnTo>
                  <a:pt x="0" y="145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2888" y="1092325"/>
            <a:ext cx="5768100" cy="5768100"/>
          </a:xfrm>
          <a:custGeom>
            <a:avLst/>
            <a:gdLst/>
            <a:ahLst/>
            <a:cxnLst/>
            <a:rect r="r" b="b" t="t" l="l"/>
            <a:pathLst>
              <a:path h="5768100" w="5768100">
                <a:moveTo>
                  <a:pt x="0" y="0"/>
                </a:moveTo>
                <a:lnTo>
                  <a:pt x="5768100" y="0"/>
                </a:lnTo>
                <a:lnTo>
                  <a:pt x="5768100" y="5768100"/>
                </a:lnTo>
                <a:lnTo>
                  <a:pt x="0" y="576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134944" y="3220855"/>
            <a:ext cx="5768100" cy="5768100"/>
          </a:xfrm>
          <a:custGeom>
            <a:avLst/>
            <a:gdLst/>
            <a:ahLst/>
            <a:cxnLst/>
            <a:rect r="r" b="b" t="t" l="l"/>
            <a:pathLst>
              <a:path h="5768100" w="5768100">
                <a:moveTo>
                  <a:pt x="0" y="5768100"/>
                </a:moveTo>
                <a:lnTo>
                  <a:pt x="5768100" y="5768100"/>
                </a:lnTo>
                <a:lnTo>
                  <a:pt x="5768100" y="0"/>
                </a:lnTo>
                <a:lnTo>
                  <a:pt x="0" y="0"/>
                </a:lnTo>
                <a:lnTo>
                  <a:pt x="0" y="57681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86222" y="7532963"/>
            <a:ext cx="7269172" cy="1455991"/>
          </a:xfrm>
          <a:custGeom>
            <a:avLst/>
            <a:gdLst/>
            <a:ahLst/>
            <a:cxnLst/>
            <a:rect r="r" b="b" t="t" l="l"/>
            <a:pathLst>
              <a:path h="1455991" w="7269172">
                <a:moveTo>
                  <a:pt x="0" y="0"/>
                </a:moveTo>
                <a:lnTo>
                  <a:pt x="7269172" y="0"/>
                </a:lnTo>
                <a:lnTo>
                  <a:pt x="7269172" y="1455992"/>
                </a:lnTo>
                <a:lnTo>
                  <a:pt x="0" y="145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72987" y="7532963"/>
            <a:ext cx="7269172" cy="1455991"/>
          </a:xfrm>
          <a:custGeom>
            <a:avLst/>
            <a:gdLst/>
            <a:ahLst/>
            <a:cxnLst/>
            <a:rect r="r" b="b" t="t" l="l"/>
            <a:pathLst>
              <a:path h="1455991" w="7269172">
                <a:moveTo>
                  <a:pt x="0" y="0"/>
                </a:moveTo>
                <a:lnTo>
                  <a:pt x="7269172" y="0"/>
                </a:lnTo>
                <a:lnTo>
                  <a:pt x="7269172" y="1455992"/>
                </a:lnTo>
                <a:lnTo>
                  <a:pt x="0" y="145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759433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2"/>
                </a:lnTo>
                <a:lnTo>
                  <a:pt x="0" y="332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01560">
            <a:off x="-661046" y="9311622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279228">
            <a:off x="6823844" y="3069688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8"/>
                </a:lnTo>
                <a:lnTo>
                  <a:pt x="0" y="788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4662" y="334823"/>
            <a:ext cx="1985802" cy="1388720"/>
          </a:xfrm>
          <a:custGeom>
            <a:avLst/>
            <a:gdLst/>
            <a:ahLst/>
            <a:cxnLst/>
            <a:rect r="r" b="b" t="t" l="l"/>
            <a:pathLst>
              <a:path h="1388720" w="1985802">
                <a:moveTo>
                  <a:pt x="0" y="0"/>
                </a:moveTo>
                <a:lnTo>
                  <a:pt x="1985802" y="0"/>
                </a:lnTo>
                <a:lnTo>
                  <a:pt x="1985802" y="1388720"/>
                </a:lnTo>
                <a:lnTo>
                  <a:pt x="0" y="1388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20968" y="3970128"/>
            <a:ext cx="2830502" cy="2346743"/>
          </a:xfrm>
          <a:custGeom>
            <a:avLst/>
            <a:gdLst/>
            <a:ahLst/>
            <a:cxnLst/>
            <a:rect r="r" b="b" t="t" l="l"/>
            <a:pathLst>
              <a:path h="2346743" w="2830502">
                <a:moveTo>
                  <a:pt x="0" y="0"/>
                </a:moveTo>
                <a:lnTo>
                  <a:pt x="2830502" y="0"/>
                </a:lnTo>
                <a:lnTo>
                  <a:pt x="2830502" y="2346744"/>
                </a:lnTo>
                <a:lnTo>
                  <a:pt x="0" y="23467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57243" y="3938275"/>
            <a:ext cx="9632493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514" b="true">
                <a:solidFill>
                  <a:srgbClr val="291A94"/>
                </a:solidFill>
                <a:latin typeface="Poppins Bold"/>
                <a:ea typeface="Poppins Bold"/>
                <a:cs typeface="Poppins Bold"/>
                <a:sym typeface="Poppins Bold"/>
              </a:rPr>
              <a:t>Reenad Almadhi</a:t>
            </a:r>
          </a:p>
          <a:p>
            <a:pPr algn="l">
              <a:lnSpc>
                <a:spcPts val="4217"/>
              </a:lnSpc>
            </a:pPr>
          </a:p>
          <a:p>
            <a:pPr algn="l">
              <a:lnSpc>
                <a:spcPts val="4217"/>
              </a:lnSpc>
            </a:pPr>
            <a:r>
              <a:rPr lang="en-US" sz="3514" b="true">
                <a:solidFill>
                  <a:srgbClr val="291A94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 1 (E-commerce)</a:t>
            </a:r>
          </a:p>
          <a:p>
            <a:pPr algn="l">
              <a:lnSpc>
                <a:spcPts val="4217"/>
              </a:lnSpc>
            </a:pPr>
          </a:p>
          <a:p>
            <a:pPr algn="l">
              <a:lnSpc>
                <a:spcPts val="421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588906" y="9239250"/>
            <a:ext cx="11910040" cy="89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914" b="true">
                <a:solidFill>
                  <a:srgbClr val="473593"/>
                </a:solidFill>
                <a:latin typeface="Poppins Bold"/>
                <a:ea typeface="Poppins Bold"/>
                <a:cs typeface="Poppins Bold"/>
                <a:sym typeface="Poppins Bold"/>
              </a:rPr>
              <a:t>web development using java with AI integration BootCamp</a:t>
            </a:r>
          </a:p>
          <a:p>
            <a:pPr algn="l">
              <a:lnSpc>
                <a:spcPts val="349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DAHIycCXHOI</dc:identifier>
  <dcterms:modified xsi:type="dcterms:W3CDTF">2011-08-01T06:04:30Z</dcterms:modified>
  <cp:revision>1</cp:revision>
  <dc:title> E-commerce capston 1</dc:title>
</cp:coreProperties>
</file>